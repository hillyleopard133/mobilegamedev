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3E7D-F70F-847F-9E1E-E15C716539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Into the Orchard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729568-97E1-2A93-421D-B5483C44CD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UI based idle clicker</a:t>
            </a:r>
          </a:p>
          <a:p>
            <a:r>
              <a:rPr lang="en-IE" dirty="0"/>
              <a:t>Gather fruit, make smoothies, earn gold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CC165A-E152-7522-6243-F7F7061A3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635" y="699448"/>
            <a:ext cx="2533227" cy="545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95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D82A5-92C7-356A-D2D3-3647F1617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Core Loop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DD3386-6ED3-95C6-6633-26B71BF94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0489" y="2569381"/>
            <a:ext cx="1603002" cy="3416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4DEEC7-2C91-4C12-4439-D2DF74346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568" y="2569381"/>
            <a:ext cx="1585290" cy="3416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344994-5127-D73B-F28A-055982B11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117" y="2569381"/>
            <a:ext cx="1594273" cy="3416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D7AD82-DB76-3D0A-1EFE-56588835A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9016" y="2569381"/>
            <a:ext cx="1593216" cy="341630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F7DB351C-A023-49A9-9F47-AB69283A7D48}"/>
              </a:ext>
            </a:extLst>
          </p:cNvPr>
          <p:cNvSpPr/>
          <p:nvPr/>
        </p:nvSpPr>
        <p:spPr>
          <a:xfrm>
            <a:off x="3278681" y="3937378"/>
            <a:ext cx="471985" cy="2409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A403A48-3CB6-B648-B96D-0AFB5C598EF4}"/>
              </a:ext>
            </a:extLst>
          </p:cNvPr>
          <p:cNvSpPr/>
          <p:nvPr/>
        </p:nvSpPr>
        <p:spPr>
          <a:xfrm>
            <a:off x="5975311" y="3937378"/>
            <a:ext cx="471985" cy="2409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66D8135-695E-EA0F-4E24-BDB35F18B47B}"/>
              </a:ext>
            </a:extLst>
          </p:cNvPr>
          <p:cNvSpPr/>
          <p:nvPr/>
        </p:nvSpPr>
        <p:spPr>
          <a:xfrm>
            <a:off x="8605210" y="3937378"/>
            <a:ext cx="471985" cy="2409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E6F74-5A86-DDE4-95EE-84A55A679EE8}"/>
              </a:ext>
            </a:extLst>
          </p:cNvPr>
          <p:cNvSpPr txBox="1"/>
          <p:nvPr/>
        </p:nvSpPr>
        <p:spPr>
          <a:xfrm>
            <a:off x="1353568" y="6108700"/>
            <a:ext cx="158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/>
              <a:t>Gather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A4A3C9-BCB1-7367-AD0C-48A979D63132}"/>
              </a:ext>
            </a:extLst>
          </p:cNvPr>
          <p:cNvSpPr txBox="1"/>
          <p:nvPr/>
        </p:nvSpPr>
        <p:spPr>
          <a:xfrm>
            <a:off x="4108201" y="6108700"/>
            <a:ext cx="158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/>
              <a:t>Blend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9A0152-346E-3F4D-7E47-38E9B90FC4E1}"/>
              </a:ext>
            </a:extLst>
          </p:cNvPr>
          <p:cNvSpPr txBox="1"/>
          <p:nvPr/>
        </p:nvSpPr>
        <p:spPr>
          <a:xfrm>
            <a:off x="6729117" y="6108700"/>
            <a:ext cx="158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/>
              <a:t>Upgrade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FECAA7-90A8-8408-5EF0-5D8DD482C7FD}"/>
              </a:ext>
            </a:extLst>
          </p:cNvPr>
          <p:cNvSpPr txBox="1"/>
          <p:nvPr/>
        </p:nvSpPr>
        <p:spPr>
          <a:xfrm>
            <a:off x="9366942" y="6108700"/>
            <a:ext cx="158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/>
              <a:t>Prestige</a:t>
            </a:r>
          </a:p>
        </p:txBody>
      </p:sp>
    </p:spTree>
    <p:extLst>
      <p:ext uri="{BB962C8B-B14F-4D97-AF65-F5344CB8AC3E}">
        <p14:creationId xmlns:p14="http://schemas.microsoft.com/office/powerpoint/2010/main" val="704800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8FD0E-813E-3230-9CC6-5B961CFD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7BE0F-A98D-6C23-30A8-50E7C57E6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623875"/>
            <a:ext cx="3891619" cy="1607466"/>
          </a:xfrm>
        </p:spPr>
        <p:txBody>
          <a:bodyPr/>
          <a:lstStyle/>
          <a:p>
            <a:r>
              <a:rPr lang="en-IE" dirty="0"/>
              <a:t>Unable to test on real phone</a:t>
            </a:r>
          </a:p>
          <a:p>
            <a:r>
              <a:rPr lang="en-IE" dirty="0"/>
              <a:t>No performance issues</a:t>
            </a:r>
          </a:p>
          <a:p>
            <a:r>
              <a:rPr lang="en-IE" dirty="0"/>
              <a:t>UI based</a:t>
            </a:r>
          </a:p>
          <a:p>
            <a:r>
              <a:rPr lang="en-IE" dirty="0"/>
              <a:t>Event driven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3B39FD-FC9A-B068-B912-4AEC53934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573" y="2970884"/>
            <a:ext cx="6376603" cy="291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35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CC2AF-5239-5FE3-3166-1753780B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Problems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9341E-CE84-2A4F-BC2E-B4000E3E7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err="1"/>
              <a:t>OnApplicationPause</a:t>
            </a:r>
            <a:r>
              <a:rPr lang="en-IE" dirty="0"/>
              <a:t>() triggering on game launch.</a:t>
            </a:r>
          </a:p>
          <a:p>
            <a:pPr lvl="1"/>
            <a:r>
              <a:rPr lang="en-IE" dirty="0"/>
              <a:t>Added a bool that gets set only after passing the start screen.</a:t>
            </a:r>
          </a:p>
          <a:p>
            <a:pPr lvl="1"/>
            <a:r>
              <a:rPr lang="en-IE" dirty="0"/>
              <a:t>Checked the value of pause before saving data.</a:t>
            </a:r>
          </a:p>
          <a:p>
            <a:endParaRPr lang="en-IE" dirty="0"/>
          </a:p>
          <a:p>
            <a:r>
              <a:rPr lang="en-IE" dirty="0"/>
              <a:t>Saving the current recipe object caused a </a:t>
            </a:r>
            <a:r>
              <a:rPr lang="en-IE" dirty="0" err="1"/>
              <a:t>NullReferenceException</a:t>
            </a:r>
            <a:r>
              <a:rPr lang="en-IE" dirty="0"/>
              <a:t>.</a:t>
            </a:r>
          </a:p>
          <a:p>
            <a:pPr lvl="1"/>
            <a:r>
              <a:rPr lang="en-IE" dirty="0"/>
              <a:t>Even though the object data was the same they were stored as different objects in memory.</a:t>
            </a:r>
          </a:p>
          <a:p>
            <a:pPr lvl="1"/>
            <a:r>
              <a:rPr lang="en-IE" dirty="0"/>
              <a:t>Saved the recipe index instead.</a:t>
            </a:r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7EB85-B869-E9CC-C21E-5F2BB8A30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70" y="2428735"/>
            <a:ext cx="3305636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46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0B93F-611B-30BA-7E05-7DA433B3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1904-C4B8-0A6D-40CA-C1D0858A0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 learned that when you serialize and load a </a:t>
            </a:r>
            <a:r>
              <a:rPr lang="en-GB" dirty="0" err="1"/>
              <a:t>ScriptableObject</a:t>
            </a:r>
            <a:r>
              <a:rPr lang="en-GB" dirty="0"/>
              <a:t>, Unity creates a new instance. This means you cannot compare it by reference to existing </a:t>
            </a:r>
            <a:r>
              <a:rPr lang="en-GB" dirty="0" err="1"/>
              <a:t>ScriptableObjects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It is better to save indexes or IDs, not entire objects.</a:t>
            </a:r>
          </a:p>
          <a:p>
            <a:pPr lvl="1"/>
            <a:endParaRPr lang="en-GB" dirty="0"/>
          </a:p>
          <a:p>
            <a:r>
              <a:rPr lang="en-GB" dirty="0"/>
              <a:t>I learned that </a:t>
            </a:r>
            <a:r>
              <a:rPr lang="en-GB" dirty="0" err="1"/>
              <a:t>OnApplicationPause</a:t>
            </a:r>
            <a:r>
              <a:rPr lang="en-GB" dirty="0"/>
              <a:t>() can trigger during startup, not only when leaving the game.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005871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{57D13A75-8EDB-42AA-97C2-1ED9E0E6AA66}tf02900722</Template>
  <TotalTime>704</TotalTime>
  <Words>161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 Boardroom</vt:lpstr>
      <vt:lpstr>Into the Orchard</vt:lpstr>
      <vt:lpstr>Core Loop</vt:lpstr>
      <vt:lpstr>Performance</vt:lpstr>
      <vt:lpstr>Problems and Solutions</vt:lpstr>
      <vt:lpstr>What I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(20098883) Brona Keevers</dc:creator>
  <cp:lastModifiedBy>(20098883) Brona Keevers</cp:lastModifiedBy>
  <cp:revision>1</cp:revision>
  <dcterms:created xsi:type="dcterms:W3CDTF">2025-12-03T13:08:28Z</dcterms:created>
  <dcterms:modified xsi:type="dcterms:W3CDTF">2025-12-04T00:52:30Z</dcterms:modified>
</cp:coreProperties>
</file>